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5F94F-92A2-40F9-870A-1E7037AD4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C66D7-6EF0-4C0B-8EA2-471C15579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90C7D-717F-4421-BFE6-8F52FE3BD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AF47-2E57-4B5B-B07C-6A1595793B9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F9506-BD75-4490-A70D-D1AC84D22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8EA06-3743-4E4C-A72D-E9872CB99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D979-9353-4268-97A0-7479908E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7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B3282-CCBF-4920-8960-5FB8AFA21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4AF75-4151-428F-9FCF-F918AD7A7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4A5AE-F433-41A0-B332-EE495ABEF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AF47-2E57-4B5B-B07C-6A1595793B9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45A48-BF80-46D7-AC64-22DFBCC89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4E8F6-B389-4D35-B3DF-EE6C051BB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D979-9353-4268-97A0-7479908E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078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B359-AA08-4D75-9453-8EB206BC5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C3F9E-2CD1-4B27-9F89-15A15F8B1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21C2D-A29B-4728-8F89-DF8F14485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AF47-2E57-4B5B-B07C-6A1595793B9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E12EA-615B-4849-857A-A96EFFB56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DCE17-151F-4360-B696-6C0179E9F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D979-9353-4268-97A0-7479908E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7356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E58F9-C74B-44AE-A6DF-B36A0074D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60A1D-4062-4B45-B4EF-24FE6DEF4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95DE5F-2AA3-428E-BA05-AA57BDF22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1A538-8B6D-432A-8459-3915696FC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AF47-2E57-4B5B-B07C-6A1595793B9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FDB68-5679-403F-8395-D24300FEC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F5DA0-0C3D-41C8-8FD5-42DD1E3F8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D979-9353-4268-97A0-7479908E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58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2F02-AAD5-44B1-B040-084CEA91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1FCAA-112F-4E4B-B1D0-3EF62055D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5B117C-576C-4BBB-A7AC-C5E6988E0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1CD547-8A2C-4CF2-9D9D-1BE6FAE27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87B4D-2F2C-4B12-B1B7-594D1A989E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1B7DBE-8848-47EA-B7BA-B83ABB8AB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AF47-2E57-4B5B-B07C-6A1595793B9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6AD931-4DFF-44C6-BC46-4281E0D3D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3783F6-D91A-4C23-AC79-4A4C319D2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D979-9353-4268-97A0-7479908E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3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2F036-7013-4106-BCD2-2BB0B62B9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7AEC1-5AA1-47B4-946F-6B5D1AD80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AF47-2E57-4B5B-B07C-6A1595793B9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B339F-DA6D-48B1-B8F9-738D9F0F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EB691-8BF2-48E4-B6BD-63C02DB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D979-9353-4268-97A0-7479908E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15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FD468F-9424-40B3-BE32-104049005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AF47-2E57-4B5B-B07C-6A1595793B9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5103D-2339-4F60-8ABF-ACAC6F557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27FEF-81EA-4DB4-B43C-A51B47D6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D979-9353-4268-97A0-7479908E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701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F239-ABF5-41C7-B649-2DFD7C6A0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0AD76-D51F-468D-8CCB-578ED2E76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A65289-B8BB-40AA-88E8-D961D4AE0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A0A41-A416-432A-89EB-DB0D1B3F4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AF47-2E57-4B5B-B07C-6A1595793B9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2E9-C899-4EDD-89FC-BC60B1CB9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64651E-12A9-4CF6-8D44-2469D8EB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D979-9353-4268-97A0-7479908E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86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EEBBE-ABB4-467B-8DA7-A481B25B7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2438CF-06E8-4507-BADD-97516293CB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B956D-903A-470E-9651-D1671C0B55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C7674-D80C-4EB3-A663-828A3BF8B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AF47-2E57-4B5B-B07C-6A1595793B9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9AE65-6CA8-4FC6-B105-4A5F2B27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0F37B-6A1E-4DFE-9C66-C4F49B752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D979-9353-4268-97A0-7479908E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80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F263F-03B3-42AA-B5DE-58F437C63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185ED8-A185-408A-AAFD-AEC337E94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8D816-0293-4405-B2BA-FF96159A7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AF47-2E57-4B5B-B07C-6A1595793B9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5BBB1-6D58-451C-85AC-EAF0075C8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3A073-85FF-4E1D-A014-71B49E96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D979-9353-4268-97A0-7479908E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3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44BCB8-F543-442D-8A76-323C4AAF07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C83DE-2129-4A51-978F-6E41138BD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D0D3A-EB0A-4BE3-A78C-E26CDD9F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98AF47-2E57-4B5B-B07C-6A1595793B9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8E776-408B-4B13-955F-CE6B6C014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F50C1-B81F-4F8B-8CBD-24DECC4C1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FD979-9353-4268-97A0-7479908E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89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DC45EC-5FCF-4B8B-AE55-84B7EB92B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9E90A-03A3-4B74-BF55-AFFC5EC192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7C291-B535-41C7-BCA0-05B0804EDB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98AF47-2E57-4B5B-B07C-6A1595793B9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FD74A-7F36-447E-B9AF-AFA65AAE4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FBDB1-B364-45D3-A0F5-0A78C15578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FD979-9353-4268-97A0-7479908E2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406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4A1A-D531-4870-AEE0-669A6E8107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F6EDA-71E8-451F-B9B6-C8F0E92AB9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41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E5B31C-82D3-48D5-A444-68203BD58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57" y="824827"/>
            <a:ext cx="10945661" cy="5778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340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2C14E4-71C4-4B28-9A1B-C7937EC33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62" y="76027"/>
            <a:ext cx="11189275" cy="67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281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Koride, Nagaraju</dc:creator>
  <cp:lastModifiedBy>Koride, Nagaraju</cp:lastModifiedBy>
  <cp:revision>1</cp:revision>
  <dcterms:created xsi:type="dcterms:W3CDTF">2026-08-31T05:15:54Z</dcterms:created>
  <dcterms:modified xsi:type="dcterms:W3CDTF">2026-08-31T05:16:40Z</dcterms:modified>
</cp:coreProperties>
</file>